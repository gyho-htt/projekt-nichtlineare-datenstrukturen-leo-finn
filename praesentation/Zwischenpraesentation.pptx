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DF346-B77C-0CA9-86F3-92A1A3920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AD1EDB-4F21-4F0C-0EE5-120ED6FBD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F93FB8-4ABA-1FE2-25E8-1B3628595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D68A5B-BFAB-2890-0AD7-8099647B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B472FC-B5D5-0C10-692F-31C25C32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88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CA9553-29E2-A9B2-8E4C-E4735425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7F641B-8C93-7140-ED5A-3A16FCCFD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EEEC6D-0F2D-E6D6-1E02-C9AFB7163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B0A4B1-3100-3E0D-B29B-3BE7143A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ED89B-20BA-F3F4-34F9-2A05AB6D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580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7FE47F-53EE-A242-FBB9-8C01E61B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0039EC-777F-0AFB-0BDB-FFD8EB55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3E748-94E6-D182-040D-25A9FA81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9EF236-D35D-537A-C071-12EC25118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A15E76-2F3E-7E1A-5A53-C28BD358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67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57D0C0-20B4-4FB4-5E61-CB2F851E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D3C2AF-2851-A41A-CB97-FE152742C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6F5E44-47E1-5552-9CBD-8D38563F4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4CAA4E-1F0B-76D7-D9A2-EC83471BC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F24F4D-0C3C-7BD9-E4B9-B33DAF65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EA78C1-644A-4854-D652-5FFCDE26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134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156197-537D-E51A-1E95-2359F5A47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DB046-6DC3-3C58-938D-A56A89A8F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3AEEE1-B8D0-282A-28EA-59C948518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3A1115-1B52-D719-B1A4-E30E574E9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C859384-64C7-0356-7F9C-DF4DB6C26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9B3905-3715-2BC7-08AB-E56CEA79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359EB6-096B-E3F6-18BB-D5747003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71217EE-A683-F6E4-A015-F09D327B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7781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B063D-935E-BD90-D58F-F4E2BBB4A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12D5CF-45B3-A623-6819-C55E23E58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B2D22F-81A0-C926-9F67-0C38BF23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CECD9E-B3FC-A991-8B45-7A35CFD3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3708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6FD639-D730-54A5-158A-3446DDA6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7779002-30D0-04C9-2537-6FB63B4C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5D7762-4CB4-C7DC-FE81-95A9AC30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10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6862E1-8E07-69AD-F336-F595D205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ABE03C-2CF1-1EDE-0417-9B15C492C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90351D-9A9E-E6DA-AD74-553F92F64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227BF7-A21B-C7B2-99AE-BDE81046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9CCA3D-3FA6-58B2-BB3B-F6BD1317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E1E63B-9FC3-4EFE-57C5-746BE1F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33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ACCDFE-DDAD-92AA-5241-AA0145AE0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1AAB908-E488-6B61-69AD-250CC8B75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6E0085-858F-F701-8C36-21DF3D647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EEA7B5-02CB-FD65-9089-87F17230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0EEB19-C92E-B7C5-2735-8EF59114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E5AFFA-5DAB-AFC3-A418-DFE6B86C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088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A3A21-2C77-DF13-5880-7155E597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BCC3E2-598B-F000-D12B-CAFE160A3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021DB7-EF5F-8410-4E27-C0A8AE8C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B45F69-75AE-54C6-A154-FB43C28C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F45BF1-4FD3-1FB6-9202-E8F08F43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693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498B12F-FEE6-9087-57A6-2D26D6BE67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4410C3A-5159-092C-BE17-0D09ED8CB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25A3B9-0368-7165-22B2-75524626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65B28D-F4F1-5F67-6920-2B22245F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4FAEA3-2EC5-10FD-E3C6-2CB57587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687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0DC5FC7-38EC-8A92-D0CD-5D635C300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DDD82E-0422-63EC-2899-C19D6294B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920A21-B7D5-E7FB-BD72-8FFDB0DCD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BA7C8-41D6-CB45-9745-AAEFA53D698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A932D7-7828-6406-F435-B3686148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5141BF-44BE-239B-5859-CCF0E12C2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E826B-C2A2-C84D-AD7C-E43B5A898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87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F4BF3-8DF8-56C5-E69C-86D63AB628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Projekt nichtlineare Datenstrukturen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1F9446C-85EA-6B38-3583-1E3A924CF9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Musikbibliothek </a:t>
            </a:r>
          </a:p>
          <a:p>
            <a:r>
              <a:rPr lang="de-DE" dirty="0"/>
              <a:t>Leo, Finn</a:t>
            </a:r>
          </a:p>
        </p:txBody>
      </p:sp>
    </p:spTree>
    <p:extLst>
      <p:ext uri="{BB962C8B-B14F-4D97-AF65-F5344CB8AC3E}">
        <p14:creationId xmlns:p14="http://schemas.microsoft.com/office/powerpoint/2010/main" val="3448170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3C0698-06B8-5B4F-8A21-79A320488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DAE7BE-9F02-E536-DFB3-599FAA018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Klasse zur Verwaltung von Songs</a:t>
            </a:r>
          </a:p>
          <a:p>
            <a:r>
              <a:rPr lang="de-DE" dirty="0"/>
              <a:t>Nutzung der Attribute Titel, Künstler, Genre, Laufzeit, Streams</a:t>
            </a:r>
          </a:p>
        </p:txBody>
      </p:sp>
    </p:spTree>
    <p:extLst>
      <p:ext uri="{BB962C8B-B14F-4D97-AF65-F5344CB8AC3E}">
        <p14:creationId xmlns:p14="http://schemas.microsoft.com/office/powerpoint/2010/main" val="352262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F81C70-48DC-C860-A4B0-4C4EC38D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Herangehensweise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7440A5-C939-C0BB-ACF6-E1B3BCE30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Klasse „</a:t>
            </a:r>
            <a:r>
              <a:rPr lang="de-DE" dirty="0" err="1"/>
              <a:t>Songverwaltung</a:t>
            </a:r>
            <a:r>
              <a:rPr lang="de-DE" dirty="0"/>
              <a:t>“</a:t>
            </a:r>
          </a:p>
          <a:p>
            <a:r>
              <a:rPr lang="de-DE" dirty="0"/>
              <a:t>Für jedes Attribut einen Song BST</a:t>
            </a:r>
          </a:p>
          <a:p>
            <a:r>
              <a:rPr lang="de-DE" dirty="0"/>
              <a:t>Songs sollen gesucht, eingefügt und entfernt werden können</a:t>
            </a:r>
          </a:p>
        </p:txBody>
      </p:sp>
    </p:spTree>
    <p:extLst>
      <p:ext uri="{BB962C8B-B14F-4D97-AF65-F5344CB8AC3E}">
        <p14:creationId xmlns:p14="http://schemas.microsoft.com/office/powerpoint/2010/main" val="19321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E6D27-40CF-06F6-D304-90B21AF9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7912D2-62FF-2596-3516-53E44DA80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Jeder Suchbaum braucht verschiedene Vergleichsmethoden</a:t>
            </a:r>
          </a:p>
          <a:p>
            <a:r>
              <a:rPr lang="de-DE" dirty="0"/>
              <a:t>Lösung: In der Klasse Song ein Attribut welches die Vergleichsobjekte festlegt</a:t>
            </a:r>
          </a:p>
          <a:p>
            <a:r>
              <a:rPr lang="de-DE" dirty="0"/>
              <a:t>Verschiedene Songs mit dem selben Künstler/Genre, von welchen nur einer im BST gespeichert wurde</a:t>
            </a:r>
          </a:p>
          <a:p>
            <a:r>
              <a:rPr lang="de-DE" dirty="0"/>
              <a:t>Lösung: für Genre und Künstler keinen Song BST sondern einen eigenen BST/die Objekte Künstler und Genre enthalten verschiedene Songs —&gt; Es wird eine </a:t>
            </a:r>
            <a:r>
              <a:rPr lang="de-DE" dirty="0" err="1"/>
              <a:t>Songliste</a:t>
            </a:r>
            <a:r>
              <a:rPr lang="de-DE" dirty="0"/>
              <a:t> zurückgegeben statt einem Song</a:t>
            </a:r>
          </a:p>
        </p:txBody>
      </p:sp>
    </p:spTree>
    <p:extLst>
      <p:ext uri="{BB962C8B-B14F-4D97-AF65-F5344CB8AC3E}">
        <p14:creationId xmlns:p14="http://schemas.microsoft.com/office/powerpoint/2010/main" val="4024608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4</Slides>
  <Notes>0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Office</vt:lpstr>
      <vt:lpstr>Projekt nichtlineare Datenstrukturen</vt:lpstr>
      <vt:lpstr>Idee</vt:lpstr>
      <vt:lpstr>Herangehensweise</vt:lpstr>
      <vt:lpstr>Probleme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nichtlineare Datenstrukturen</dc:title>
  <dc:creator>Finn Meier</dc:creator>
  <cp:lastModifiedBy>Finn Meier</cp:lastModifiedBy>
  <cp:revision>1</cp:revision>
  <dcterms:created xsi:type="dcterms:W3CDTF">2026-03-11T13:04:39Z</dcterms:created>
  <dcterms:modified xsi:type="dcterms:W3CDTF">2026-03-11T13:27:56Z</dcterms:modified>
</cp:coreProperties>
</file>